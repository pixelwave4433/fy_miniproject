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39d54e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39d54e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839d54ed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839d54e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839d54e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839d54e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39d54ed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39d54ed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39d54ed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39d54ed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f1a07fc6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f1a07fc6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f1a07fc6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f1a07fc6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f1a07fc61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f1a07fc61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1a07fc61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f1a07fc61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lue Modern The World of Programming Present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